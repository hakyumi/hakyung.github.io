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672" r:id="rId1"/>
  </p:sldMasterIdLst>
  <p:sldIdLst>
    <p:sldId id="257" r:id="rId2"/>
  </p:sldIdLst>
  <p:sldSz cx="2879725" cy="5400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showNarration="1">
    <p:present/>
    <p:sldAll/>
    <p:penClr>
      <a:prstClr val="red"/>
    </p:penClr>
    <p:extLst>
      <p:ext uri="{2FDB2607-1784-4EEB-B798-7EB5836EED8A}">
        <p14:showMediaCtrls xmlns:p14="http://schemas.microsoft.com/office/powerpoint/2010/main" val="1"/>
      </p:ext>
    </p:extLst>
  </p:showPr>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p:restoredLeft sz="8882" autoAdjust="0"/>
    <p:restoredTop sz="94660"/>
  </p:normalViewPr>
  <p:slideViewPr>
    <p:cSldViewPr snapToGrid="0">
      <p:cViewPr>
        <p:scale>
          <a:sx n="210" d="100"/>
          <a:sy n="210" d="100"/>
        </p:scale>
        <p:origin x="-130" y="-1512"/>
      </p:cViewPr>
      <p:guideLst>
        <p:guide orient="horz" pos="1700"/>
        <p:guide pos="90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presProps" Target="presProps.xml"  /><Relationship Id="rId4" Type="http://schemas.openxmlformats.org/officeDocument/2006/relationships/viewProps" Target="viewProps.xml"  /><Relationship Id="rId5" Type="http://schemas.openxmlformats.org/officeDocument/2006/relationships/theme" Target="theme/theme1.xml"  /><Relationship Id="rId6"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215980" y="883861"/>
            <a:ext cx="2447766" cy="1880235"/>
          </a:xfrm>
        </p:spPr>
        <p:txBody>
          <a:bodyPr anchor="b"/>
          <a:lstStyle>
            <a:lvl1pPr algn="ctr">
              <a:defRPr sz="1889"/>
            </a:lvl1pPr>
          </a:lstStyle>
          <a:p>
            <a:r>
              <a:rPr lang="ko-KR" altLang="en-US"/>
              <a:t>마스터 제목 스타일 편집</a:t>
            </a:r>
            <a:endParaRPr lang="en-US" dirty="0"/>
          </a:p>
        </p:txBody>
      </p:sp>
      <p:sp>
        <p:nvSpPr>
          <p:cNvPr id="3" name="Subtitle 2"/>
          <p:cNvSpPr>
            <a:spLocks noGrp="1"/>
          </p:cNvSpPr>
          <p:nvPr>
            <p:ph type="subTitle" idx="1"/>
          </p:nvPr>
        </p:nvSpPr>
        <p:spPr>
          <a:xfrm>
            <a:off x="359966" y="2836605"/>
            <a:ext cx="2159794" cy="1303913"/>
          </a:xfrm>
        </p:spPr>
        <p:txBody>
          <a:bodyPr/>
          <a:lstStyle>
            <a:lvl1pPr marL="0" indent="0" algn="ctr">
              <a:buNone/>
              <a:defRPr sz="756"/>
            </a:lvl1pPr>
            <a:lvl2pPr marL="143972" indent="0" algn="ctr">
              <a:buNone/>
              <a:defRPr sz="630"/>
            </a:lvl2pPr>
            <a:lvl3pPr marL="287945" indent="0" algn="ctr">
              <a:buNone/>
              <a:defRPr sz="567"/>
            </a:lvl3pPr>
            <a:lvl4pPr marL="431917" indent="0" algn="ctr">
              <a:buNone/>
              <a:defRPr sz="504"/>
            </a:lvl4pPr>
            <a:lvl5pPr marL="575889" indent="0" algn="ctr">
              <a:buNone/>
              <a:defRPr sz="504"/>
            </a:lvl5pPr>
            <a:lvl6pPr marL="719861" indent="0" algn="ctr">
              <a:buNone/>
              <a:defRPr sz="504"/>
            </a:lvl6pPr>
            <a:lvl7pPr marL="863834" indent="0" algn="ctr">
              <a:buNone/>
              <a:defRPr sz="504"/>
            </a:lvl7pPr>
            <a:lvl8pPr marL="1007806" indent="0" algn="ctr">
              <a:buNone/>
              <a:defRPr sz="504"/>
            </a:lvl8pPr>
            <a:lvl9pPr marL="1151778" indent="0" algn="ctr">
              <a:buNone/>
              <a:defRPr sz="504"/>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0AE1560E-8A8A-4706-9F31-F8B55E34E6A2}" type="datetimeFigureOut">
              <a:rPr lang="ko-KR" altLang="en-US" smtClean="0"/>
              <a:t>2025-11-07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2367093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0AE1560E-8A8A-4706-9F31-F8B55E34E6A2}" type="datetimeFigureOut">
              <a:rPr lang="ko-KR" altLang="en-US" smtClean="0"/>
              <a:t>2025-11-07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1226232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196481" y="1346420"/>
            <a:ext cx="2483763" cy="2246530"/>
          </a:xfrm>
        </p:spPr>
        <p:txBody>
          <a:bodyPr anchor="b"/>
          <a:lstStyle>
            <a:lvl1pPr>
              <a:defRPr sz="1889"/>
            </a:lvl1pPr>
          </a:lstStyle>
          <a:p>
            <a:r>
              <a:rPr lang="ko-KR" altLang="en-US"/>
              <a:t>마스터 제목 스타일 편집</a:t>
            </a:r>
            <a:endParaRPr lang="en-US" dirty="0"/>
          </a:p>
        </p:txBody>
      </p:sp>
      <p:sp>
        <p:nvSpPr>
          <p:cNvPr id="3" name="Text Placeholder 2"/>
          <p:cNvSpPr>
            <a:spLocks noGrp="1"/>
          </p:cNvSpPr>
          <p:nvPr>
            <p:ph type="body" idx="1"/>
          </p:nvPr>
        </p:nvSpPr>
        <p:spPr>
          <a:xfrm>
            <a:off x="196481" y="3614203"/>
            <a:ext cx="2483763" cy="1181397"/>
          </a:xfrm>
        </p:spPr>
        <p:txBody>
          <a:bodyPr/>
          <a:lstStyle>
            <a:lvl1pPr marL="0" indent="0">
              <a:buNone/>
              <a:defRPr sz="756">
                <a:solidFill>
                  <a:schemeClr val="tx1">
                    <a:tint val="82000"/>
                  </a:schemeClr>
                </a:solidFill>
              </a:defRPr>
            </a:lvl1pPr>
            <a:lvl2pPr marL="143972" indent="0">
              <a:buNone/>
              <a:defRPr sz="630">
                <a:solidFill>
                  <a:schemeClr val="tx1">
                    <a:tint val="82000"/>
                  </a:schemeClr>
                </a:solidFill>
              </a:defRPr>
            </a:lvl2pPr>
            <a:lvl3pPr marL="287945" indent="0">
              <a:buNone/>
              <a:defRPr sz="567">
                <a:solidFill>
                  <a:schemeClr val="tx1">
                    <a:tint val="82000"/>
                  </a:schemeClr>
                </a:solidFill>
              </a:defRPr>
            </a:lvl3pPr>
            <a:lvl4pPr marL="431917" indent="0">
              <a:buNone/>
              <a:defRPr sz="504">
                <a:solidFill>
                  <a:schemeClr val="tx1">
                    <a:tint val="82000"/>
                  </a:schemeClr>
                </a:solidFill>
              </a:defRPr>
            </a:lvl4pPr>
            <a:lvl5pPr marL="575889" indent="0">
              <a:buNone/>
              <a:defRPr sz="504">
                <a:solidFill>
                  <a:schemeClr val="tx1">
                    <a:tint val="82000"/>
                  </a:schemeClr>
                </a:solidFill>
              </a:defRPr>
            </a:lvl5pPr>
            <a:lvl6pPr marL="719861" indent="0">
              <a:buNone/>
              <a:defRPr sz="504">
                <a:solidFill>
                  <a:schemeClr val="tx1">
                    <a:tint val="82000"/>
                  </a:schemeClr>
                </a:solidFill>
              </a:defRPr>
            </a:lvl6pPr>
            <a:lvl7pPr marL="863834" indent="0">
              <a:buNone/>
              <a:defRPr sz="504">
                <a:solidFill>
                  <a:schemeClr val="tx1">
                    <a:tint val="82000"/>
                  </a:schemeClr>
                </a:solidFill>
              </a:defRPr>
            </a:lvl7pPr>
            <a:lvl8pPr marL="1007806" indent="0">
              <a:buNone/>
              <a:defRPr sz="504">
                <a:solidFill>
                  <a:schemeClr val="tx1">
                    <a:tint val="82000"/>
                  </a:schemeClr>
                </a:solidFill>
              </a:defRPr>
            </a:lvl8pPr>
            <a:lvl9pPr marL="1151778" indent="0">
              <a:buNone/>
              <a:defRPr sz="504">
                <a:solidFill>
                  <a:schemeClr val="tx1">
                    <a:tint val="82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0AE1560E-8A8A-4706-9F31-F8B55E34E6A2}" type="datetimeFigureOut">
              <a:rPr lang="ko-KR" altLang="en-US" smtClean="0"/>
              <a:t>2025-11-07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695693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197981" y="1437680"/>
            <a:ext cx="1223883" cy="3426679"/>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1457861" y="1437680"/>
            <a:ext cx="1223883" cy="3426679"/>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0AE1560E-8A8A-4706-9F31-F8B55E34E6A2}" type="datetimeFigureOut">
              <a:rPr lang="ko-KR" altLang="en-US" smtClean="0"/>
              <a:t>2025-11-07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2130086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198356" y="287537"/>
            <a:ext cx="2483763" cy="1043881"/>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198357" y="1323916"/>
            <a:ext cx="1218258" cy="648831"/>
          </a:xfrm>
        </p:spPr>
        <p:txBody>
          <a:bodyPr anchor="b"/>
          <a:lstStyle>
            <a:lvl1pPr marL="0" indent="0">
              <a:buNone/>
              <a:defRPr sz="756" b="1"/>
            </a:lvl1pPr>
            <a:lvl2pPr marL="143972" indent="0">
              <a:buNone/>
              <a:defRPr sz="630" b="1"/>
            </a:lvl2pPr>
            <a:lvl3pPr marL="287945" indent="0">
              <a:buNone/>
              <a:defRPr sz="567" b="1"/>
            </a:lvl3pPr>
            <a:lvl4pPr marL="431917" indent="0">
              <a:buNone/>
              <a:defRPr sz="504" b="1"/>
            </a:lvl4pPr>
            <a:lvl5pPr marL="575889" indent="0">
              <a:buNone/>
              <a:defRPr sz="504" b="1"/>
            </a:lvl5pPr>
            <a:lvl6pPr marL="719861" indent="0">
              <a:buNone/>
              <a:defRPr sz="504" b="1"/>
            </a:lvl6pPr>
            <a:lvl7pPr marL="863834" indent="0">
              <a:buNone/>
              <a:defRPr sz="504" b="1"/>
            </a:lvl7pPr>
            <a:lvl8pPr marL="1007806" indent="0">
              <a:buNone/>
              <a:defRPr sz="504" b="1"/>
            </a:lvl8pPr>
            <a:lvl9pPr marL="1151778" indent="0">
              <a:buNone/>
              <a:defRPr sz="504"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198357" y="1972747"/>
            <a:ext cx="1218258" cy="290161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1457861" y="1323916"/>
            <a:ext cx="1224258" cy="648831"/>
          </a:xfrm>
        </p:spPr>
        <p:txBody>
          <a:bodyPr anchor="b"/>
          <a:lstStyle>
            <a:lvl1pPr marL="0" indent="0">
              <a:buNone/>
              <a:defRPr sz="756" b="1"/>
            </a:lvl1pPr>
            <a:lvl2pPr marL="143972" indent="0">
              <a:buNone/>
              <a:defRPr sz="630" b="1"/>
            </a:lvl2pPr>
            <a:lvl3pPr marL="287945" indent="0">
              <a:buNone/>
              <a:defRPr sz="567" b="1"/>
            </a:lvl3pPr>
            <a:lvl4pPr marL="431917" indent="0">
              <a:buNone/>
              <a:defRPr sz="504" b="1"/>
            </a:lvl4pPr>
            <a:lvl5pPr marL="575889" indent="0">
              <a:buNone/>
              <a:defRPr sz="504" b="1"/>
            </a:lvl5pPr>
            <a:lvl6pPr marL="719861" indent="0">
              <a:buNone/>
              <a:defRPr sz="504" b="1"/>
            </a:lvl6pPr>
            <a:lvl7pPr marL="863834" indent="0">
              <a:buNone/>
              <a:defRPr sz="504" b="1"/>
            </a:lvl7pPr>
            <a:lvl8pPr marL="1007806" indent="0">
              <a:buNone/>
              <a:defRPr sz="504" b="1"/>
            </a:lvl8pPr>
            <a:lvl9pPr marL="1151778" indent="0">
              <a:buNone/>
              <a:defRPr sz="504"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1457861" y="1972747"/>
            <a:ext cx="1224258" cy="290161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0AE1560E-8A8A-4706-9F31-F8B55E34E6A2}" type="datetimeFigureOut">
              <a:rPr lang="ko-KR" altLang="en-US" smtClean="0"/>
              <a:t>2025-11-07</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2331117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0AE1560E-8A8A-4706-9F31-F8B55E34E6A2}" type="datetimeFigureOut">
              <a:rPr lang="ko-KR" altLang="en-US" smtClean="0"/>
              <a:t>2025-11-07</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557890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E1560E-8A8A-4706-9F31-F8B55E34E6A2}" type="datetimeFigureOut">
              <a:rPr lang="ko-KR" altLang="en-US" smtClean="0"/>
              <a:t>2025-11-07</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3217399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198356" y="360045"/>
            <a:ext cx="928786" cy="1260158"/>
          </a:xfrm>
        </p:spPr>
        <p:txBody>
          <a:bodyPr anchor="b"/>
          <a:lstStyle>
            <a:lvl1pPr>
              <a:defRPr sz="1008"/>
            </a:lvl1pPr>
          </a:lstStyle>
          <a:p>
            <a:r>
              <a:rPr lang="ko-KR" altLang="en-US"/>
              <a:t>마스터 제목 스타일 편집</a:t>
            </a:r>
            <a:endParaRPr lang="en-US" dirty="0"/>
          </a:p>
        </p:txBody>
      </p:sp>
      <p:sp>
        <p:nvSpPr>
          <p:cNvPr id="3" name="Content Placeholder 2"/>
          <p:cNvSpPr>
            <a:spLocks noGrp="1"/>
          </p:cNvSpPr>
          <p:nvPr>
            <p:ph idx="1"/>
          </p:nvPr>
        </p:nvSpPr>
        <p:spPr>
          <a:xfrm>
            <a:off x="1224258" y="777598"/>
            <a:ext cx="1457861" cy="3837980"/>
          </a:xfrm>
        </p:spPr>
        <p:txBody>
          <a:bodyPr/>
          <a:lstStyle>
            <a:lvl1pPr>
              <a:defRPr sz="1008"/>
            </a:lvl1pPr>
            <a:lvl2pPr>
              <a:defRPr sz="882"/>
            </a:lvl2pPr>
            <a:lvl3pPr>
              <a:defRPr sz="756"/>
            </a:lvl3pPr>
            <a:lvl4pPr>
              <a:defRPr sz="630"/>
            </a:lvl4pPr>
            <a:lvl5pPr>
              <a:defRPr sz="630"/>
            </a:lvl5pPr>
            <a:lvl6pPr>
              <a:defRPr sz="630"/>
            </a:lvl6pPr>
            <a:lvl7pPr>
              <a:defRPr sz="630"/>
            </a:lvl7pPr>
            <a:lvl8pPr>
              <a:defRPr sz="630"/>
            </a:lvl8pPr>
            <a:lvl9pPr>
              <a:defRPr sz="63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198356" y="1620202"/>
            <a:ext cx="928786" cy="3001626"/>
          </a:xfrm>
        </p:spPr>
        <p:txBody>
          <a:bodyPr/>
          <a:lstStyle>
            <a:lvl1pPr marL="0" indent="0">
              <a:buNone/>
              <a:defRPr sz="504"/>
            </a:lvl1pPr>
            <a:lvl2pPr marL="143972" indent="0">
              <a:buNone/>
              <a:defRPr sz="441"/>
            </a:lvl2pPr>
            <a:lvl3pPr marL="287945" indent="0">
              <a:buNone/>
              <a:defRPr sz="378"/>
            </a:lvl3pPr>
            <a:lvl4pPr marL="431917" indent="0">
              <a:buNone/>
              <a:defRPr sz="315"/>
            </a:lvl4pPr>
            <a:lvl5pPr marL="575889" indent="0">
              <a:buNone/>
              <a:defRPr sz="315"/>
            </a:lvl5pPr>
            <a:lvl6pPr marL="719861" indent="0">
              <a:buNone/>
              <a:defRPr sz="315"/>
            </a:lvl6pPr>
            <a:lvl7pPr marL="863834" indent="0">
              <a:buNone/>
              <a:defRPr sz="315"/>
            </a:lvl7pPr>
            <a:lvl8pPr marL="1007806" indent="0">
              <a:buNone/>
              <a:defRPr sz="315"/>
            </a:lvl8pPr>
            <a:lvl9pPr marL="1151778" indent="0">
              <a:buNone/>
              <a:defRPr sz="315"/>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0AE1560E-8A8A-4706-9F31-F8B55E34E6A2}" type="datetimeFigureOut">
              <a:rPr lang="ko-KR" altLang="en-US" smtClean="0"/>
              <a:t>2025-11-07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2144160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198356" y="360045"/>
            <a:ext cx="928786" cy="1260158"/>
          </a:xfrm>
        </p:spPr>
        <p:txBody>
          <a:bodyPr anchor="b"/>
          <a:lstStyle>
            <a:lvl1pPr>
              <a:defRPr sz="1008"/>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1224258" y="777598"/>
            <a:ext cx="1457861" cy="3837980"/>
          </a:xfrm>
        </p:spPr>
        <p:txBody>
          <a:bodyPr anchor="t"/>
          <a:lstStyle>
            <a:lvl1pPr marL="0" indent="0">
              <a:buNone/>
              <a:defRPr sz="1008"/>
            </a:lvl1pPr>
            <a:lvl2pPr marL="143972" indent="0">
              <a:buNone/>
              <a:defRPr sz="882"/>
            </a:lvl2pPr>
            <a:lvl3pPr marL="287945" indent="0">
              <a:buNone/>
              <a:defRPr sz="756"/>
            </a:lvl3pPr>
            <a:lvl4pPr marL="431917" indent="0">
              <a:buNone/>
              <a:defRPr sz="630"/>
            </a:lvl4pPr>
            <a:lvl5pPr marL="575889" indent="0">
              <a:buNone/>
              <a:defRPr sz="630"/>
            </a:lvl5pPr>
            <a:lvl6pPr marL="719861" indent="0">
              <a:buNone/>
              <a:defRPr sz="630"/>
            </a:lvl6pPr>
            <a:lvl7pPr marL="863834" indent="0">
              <a:buNone/>
              <a:defRPr sz="630"/>
            </a:lvl7pPr>
            <a:lvl8pPr marL="1007806" indent="0">
              <a:buNone/>
              <a:defRPr sz="630"/>
            </a:lvl8pPr>
            <a:lvl9pPr marL="1151778" indent="0">
              <a:buNone/>
              <a:defRPr sz="63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198356" y="1620202"/>
            <a:ext cx="928786" cy="3001626"/>
          </a:xfrm>
        </p:spPr>
        <p:txBody>
          <a:bodyPr/>
          <a:lstStyle>
            <a:lvl1pPr marL="0" indent="0">
              <a:buNone/>
              <a:defRPr sz="504"/>
            </a:lvl1pPr>
            <a:lvl2pPr marL="143972" indent="0">
              <a:buNone/>
              <a:defRPr sz="441"/>
            </a:lvl2pPr>
            <a:lvl3pPr marL="287945" indent="0">
              <a:buNone/>
              <a:defRPr sz="378"/>
            </a:lvl3pPr>
            <a:lvl4pPr marL="431917" indent="0">
              <a:buNone/>
              <a:defRPr sz="315"/>
            </a:lvl4pPr>
            <a:lvl5pPr marL="575889" indent="0">
              <a:buNone/>
              <a:defRPr sz="315"/>
            </a:lvl5pPr>
            <a:lvl6pPr marL="719861" indent="0">
              <a:buNone/>
              <a:defRPr sz="315"/>
            </a:lvl6pPr>
            <a:lvl7pPr marL="863834" indent="0">
              <a:buNone/>
              <a:defRPr sz="315"/>
            </a:lvl7pPr>
            <a:lvl8pPr marL="1007806" indent="0">
              <a:buNone/>
              <a:defRPr sz="315"/>
            </a:lvl8pPr>
            <a:lvl9pPr marL="1151778" indent="0">
              <a:buNone/>
              <a:defRPr sz="315"/>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0AE1560E-8A8A-4706-9F31-F8B55E34E6A2}" type="datetimeFigureOut">
              <a:rPr lang="ko-KR" altLang="en-US" smtClean="0"/>
              <a:t>2025-11-07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1792895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0AE1560E-8A8A-4706-9F31-F8B55E34E6A2}" type="datetimeFigureOut">
              <a:rPr lang="ko-KR" altLang="en-US" smtClean="0"/>
              <a:t>2025-11-07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2967664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0803" y="287536"/>
            <a:ext cx="620941" cy="4576822"/>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197981" y="287536"/>
            <a:ext cx="1826826" cy="4576822"/>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0AE1560E-8A8A-4706-9F31-F8B55E34E6A2}" type="datetimeFigureOut">
              <a:rPr lang="ko-KR" altLang="en-US" smtClean="0"/>
              <a:t>2025-11-07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13969633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7981" y="287537"/>
            <a:ext cx="2483763" cy="1043881"/>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197981" y="1437680"/>
            <a:ext cx="2483763" cy="3426679"/>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197981" y="5005627"/>
            <a:ext cx="647938" cy="287536"/>
          </a:xfrm>
          <a:prstGeom prst="rect">
            <a:avLst/>
          </a:prstGeom>
        </p:spPr>
        <p:txBody>
          <a:bodyPr vert="horz" lIns="91440" tIns="45720" rIns="91440" bIns="45720" rtlCol="0" anchor="ctr"/>
          <a:lstStyle>
            <a:lvl1pPr algn="l">
              <a:defRPr sz="378">
                <a:solidFill>
                  <a:schemeClr val="tx1">
                    <a:tint val="82000"/>
                  </a:schemeClr>
                </a:solidFill>
              </a:defRPr>
            </a:lvl1pPr>
          </a:lstStyle>
          <a:p>
            <a:fld id="{0AE1560E-8A8A-4706-9F31-F8B55E34E6A2}" type="datetimeFigureOut">
              <a:rPr lang="ko-KR" altLang="en-US" smtClean="0"/>
              <a:t>2025-11-07</a:t>
            </a:fld>
            <a:endParaRPr lang="ko-KR" altLang="en-US"/>
          </a:p>
        </p:txBody>
      </p:sp>
      <p:sp>
        <p:nvSpPr>
          <p:cNvPr id="5" name="Footer Placeholder 4"/>
          <p:cNvSpPr>
            <a:spLocks noGrp="1"/>
          </p:cNvSpPr>
          <p:nvPr>
            <p:ph type="ftr" sz="quarter" idx="3"/>
          </p:nvPr>
        </p:nvSpPr>
        <p:spPr>
          <a:xfrm>
            <a:off x="953909" y="5005627"/>
            <a:ext cx="971907" cy="287536"/>
          </a:xfrm>
          <a:prstGeom prst="rect">
            <a:avLst/>
          </a:prstGeom>
        </p:spPr>
        <p:txBody>
          <a:bodyPr vert="horz" lIns="91440" tIns="45720" rIns="91440" bIns="45720" rtlCol="0" anchor="ctr"/>
          <a:lstStyle>
            <a:lvl1pPr algn="ctr">
              <a:defRPr sz="378">
                <a:solidFill>
                  <a:schemeClr val="tx1">
                    <a:tint val="82000"/>
                  </a:schemeClr>
                </a:solidFill>
              </a:defRPr>
            </a:lvl1pPr>
          </a:lstStyle>
          <a:p>
            <a:endParaRPr lang="ko-KR" altLang="en-US"/>
          </a:p>
        </p:txBody>
      </p:sp>
      <p:sp>
        <p:nvSpPr>
          <p:cNvPr id="6" name="Slide Number Placeholder 5"/>
          <p:cNvSpPr>
            <a:spLocks noGrp="1"/>
          </p:cNvSpPr>
          <p:nvPr>
            <p:ph type="sldNum" sz="quarter" idx="4"/>
          </p:nvPr>
        </p:nvSpPr>
        <p:spPr>
          <a:xfrm>
            <a:off x="2033806" y="5005627"/>
            <a:ext cx="647938" cy="287536"/>
          </a:xfrm>
          <a:prstGeom prst="rect">
            <a:avLst/>
          </a:prstGeom>
        </p:spPr>
        <p:txBody>
          <a:bodyPr vert="horz" lIns="91440" tIns="45720" rIns="91440" bIns="45720" rtlCol="0" anchor="ctr"/>
          <a:lstStyle>
            <a:lvl1pPr algn="r">
              <a:defRPr sz="378">
                <a:solidFill>
                  <a:schemeClr val="tx1">
                    <a:tint val="82000"/>
                  </a:schemeClr>
                </a:solidFill>
              </a:defRPr>
            </a:lvl1p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3311348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87945" rtl="0" eaLnBrk="1" latinLnBrk="1" hangingPunct="1">
        <a:lnSpc>
          <a:spcPct val="90000"/>
        </a:lnSpc>
        <a:spcBef>
          <a:spcPct val="0"/>
        </a:spcBef>
        <a:buNone/>
        <a:defRPr sz="1386" kern="1200">
          <a:solidFill>
            <a:schemeClr val="tx1"/>
          </a:solidFill>
          <a:latin typeface="+mj-lt"/>
          <a:ea typeface="+mj-ea"/>
          <a:cs typeface="+mj-cs"/>
        </a:defRPr>
      </a:lvl1pPr>
    </p:titleStyle>
    <p:bodyStyle>
      <a:lvl1pPr marL="71986" indent="-71986" algn="l" defTabSz="287945" rtl="0" eaLnBrk="1" latinLnBrk="1" hangingPunct="1">
        <a:lnSpc>
          <a:spcPct val="90000"/>
        </a:lnSpc>
        <a:spcBef>
          <a:spcPts val="315"/>
        </a:spcBef>
        <a:buFont typeface="Arial" panose="020B0604020202020204" pitchFamily="34" charset="0"/>
        <a:buChar char="•"/>
        <a:defRPr sz="882" kern="1200">
          <a:solidFill>
            <a:schemeClr val="tx1"/>
          </a:solidFill>
          <a:latin typeface="+mn-lt"/>
          <a:ea typeface="+mn-ea"/>
          <a:cs typeface="+mn-cs"/>
        </a:defRPr>
      </a:lvl1pPr>
      <a:lvl2pPr marL="215958" indent="-71986" algn="l" defTabSz="287945" rtl="0" eaLnBrk="1" latinLnBrk="1" hangingPunct="1">
        <a:lnSpc>
          <a:spcPct val="90000"/>
        </a:lnSpc>
        <a:spcBef>
          <a:spcPts val="157"/>
        </a:spcBef>
        <a:buFont typeface="Arial" panose="020B0604020202020204" pitchFamily="34" charset="0"/>
        <a:buChar char="•"/>
        <a:defRPr sz="756" kern="1200">
          <a:solidFill>
            <a:schemeClr val="tx1"/>
          </a:solidFill>
          <a:latin typeface="+mn-lt"/>
          <a:ea typeface="+mn-ea"/>
          <a:cs typeface="+mn-cs"/>
        </a:defRPr>
      </a:lvl2pPr>
      <a:lvl3pPr marL="359931" indent="-71986" algn="l" defTabSz="287945" rtl="0" eaLnBrk="1" latinLnBrk="1" hangingPunct="1">
        <a:lnSpc>
          <a:spcPct val="90000"/>
        </a:lnSpc>
        <a:spcBef>
          <a:spcPts val="157"/>
        </a:spcBef>
        <a:buFont typeface="Arial" panose="020B0604020202020204" pitchFamily="34" charset="0"/>
        <a:buChar char="•"/>
        <a:defRPr sz="630" kern="1200">
          <a:solidFill>
            <a:schemeClr val="tx1"/>
          </a:solidFill>
          <a:latin typeface="+mn-lt"/>
          <a:ea typeface="+mn-ea"/>
          <a:cs typeface="+mn-cs"/>
        </a:defRPr>
      </a:lvl3pPr>
      <a:lvl4pPr marL="503903" indent="-71986" algn="l" defTabSz="287945" rtl="0" eaLnBrk="1" latinLnBrk="1" hangingPunct="1">
        <a:lnSpc>
          <a:spcPct val="90000"/>
        </a:lnSpc>
        <a:spcBef>
          <a:spcPts val="157"/>
        </a:spcBef>
        <a:buFont typeface="Arial" panose="020B0604020202020204" pitchFamily="34" charset="0"/>
        <a:buChar char="•"/>
        <a:defRPr sz="567" kern="1200">
          <a:solidFill>
            <a:schemeClr val="tx1"/>
          </a:solidFill>
          <a:latin typeface="+mn-lt"/>
          <a:ea typeface="+mn-ea"/>
          <a:cs typeface="+mn-cs"/>
        </a:defRPr>
      </a:lvl4pPr>
      <a:lvl5pPr marL="647875" indent="-71986" algn="l" defTabSz="287945" rtl="0" eaLnBrk="1" latinLnBrk="1" hangingPunct="1">
        <a:lnSpc>
          <a:spcPct val="90000"/>
        </a:lnSpc>
        <a:spcBef>
          <a:spcPts val="157"/>
        </a:spcBef>
        <a:buFont typeface="Arial" panose="020B0604020202020204" pitchFamily="34" charset="0"/>
        <a:buChar char="•"/>
        <a:defRPr sz="567" kern="1200">
          <a:solidFill>
            <a:schemeClr val="tx1"/>
          </a:solidFill>
          <a:latin typeface="+mn-lt"/>
          <a:ea typeface="+mn-ea"/>
          <a:cs typeface="+mn-cs"/>
        </a:defRPr>
      </a:lvl5pPr>
      <a:lvl6pPr marL="791848" indent="-71986" algn="l" defTabSz="287945" rtl="0" eaLnBrk="1" latinLnBrk="1" hangingPunct="1">
        <a:lnSpc>
          <a:spcPct val="90000"/>
        </a:lnSpc>
        <a:spcBef>
          <a:spcPts val="157"/>
        </a:spcBef>
        <a:buFont typeface="Arial" panose="020B0604020202020204" pitchFamily="34" charset="0"/>
        <a:buChar char="•"/>
        <a:defRPr sz="567" kern="1200">
          <a:solidFill>
            <a:schemeClr val="tx1"/>
          </a:solidFill>
          <a:latin typeface="+mn-lt"/>
          <a:ea typeface="+mn-ea"/>
          <a:cs typeface="+mn-cs"/>
        </a:defRPr>
      </a:lvl6pPr>
      <a:lvl7pPr marL="935820" indent="-71986" algn="l" defTabSz="287945" rtl="0" eaLnBrk="1" latinLnBrk="1" hangingPunct="1">
        <a:lnSpc>
          <a:spcPct val="90000"/>
        </a:lnSpc>
        <a:spcBef>
          <a:spcPts val="157"/>
        </a:spcBef>
        <a:buFont typeface="Arial" panose="020B0604020202020204" pitchFamily="34" charset="0"/>
        <a:buChar char="•"/>
        <a:defRPr sz="567" kern="1200">
          <a:solidFill>
            <a:schemeClr val="tx1"/>
          </a:solidFill>
          <a:latin typeface="+mn-lt"/>
          <a:ea typeface="+mn-ea"/>
          <a:cs typeface="+mn-cs"/>
        </a:defRPr>
      </a:lvl7pPr>
      <a:lvl8pPr marL="1079792" indent="-71986" algn="l" defTabSz="287945" rtl="0" eaLnBrk="1" latinLnBrk="1" hangingPunct="1">
        <a:lnSpc>
          <a:spcPct val="90000"/>
        </a:lnSpc>
        <a:spcBef>
          <a:spcPts val="157"/>
        </a:spcBef>
        <a:buFont typeface="Arial" panose="020B0604020202020204" pitchFamily="34" charset="0"/>
        <a:buChar char="•"/>
        <a:defRPr sz="567" kern="1200">
          <a:solidFill>
            <a:schemeClr val="tx1"/>
          </a:solidFill>
          <a:latin typeface="+mn-lt"/>
          <a:ea typeface="+mn-ea"/>
          <a:cs typeface="+mn-cs"/>
        </a:defRPr>
      </a:lvl8pPr>
      <a:lvl9pPr marL="1223764" indent="-71986" algn="l" defTabSz="287945" rtl="0" eaLnBrk="1" latinLnBrk="1" hangingPunct="1">
        <a:lnSpc>
          <a:spcPct val="90000"/>
        </a:lnSpc>
        <a:spcBef>
          <a:spcPts val="157"/>
        </a:spcBef>
        <a:buFont typeface="Arial" panose="020B0604020202020204" pitchFamily="34" charset="0"/>
        <a:buChar char="•"/>
        <a:defRPr sz="567" kern="1200">
          <a:solidFill>
            <a:schemeClr val="tx1"/>
          </a:solidFill>
          <a:latin typeface="+mn-lt"/>
          <a:ea typeface="+mn-ea"/>
          <a:cs typeface="+mn-cs"/>
        </a:defRPr>
      </a:lvl9pPr>
    </p:bodyStyle>
    <p:otherStyle>
      <a:defPPr>
        <a:defRPr lang="en-US"/>
      </a:defPPr>
      <a:lvl1pPr marL="0" algn="l" defTabSz="287945" rtl="0" eaLnBrk="1" latinLnBrk="1" hangingPunct="1">
        <a:defRPr sz="567" kern="1200">
          <a:solidFill>
            <a:schemeClr val="tx1"/>
          </a:solidFill>
          <a:latin typeface="+mn-lt"/>
          <a:ea typeface="+mn-ea"/>
          <a:cs typeface="+mn-cs"/>
        </a:defRPr>
      </a:lvl1pPr>
      <a:lvl2pPr marL="143972" algn="l" defTabSz="287945" rtl="0" eaLnBrk="1" latinLnBrk="1" hangingPunct="1">
        <a:defRPr sz="567" kern="1200">
          <a:solidFill>
            <a:schemeClr val="tx1"/>
          </a:solidFill>
          <a:latin typeface="+mn-lt"/>
          <a:ea typeface="+mn-ea"/>
          <a:cs typeface="+mn-cs"/>
        </a:defRPr>
      </a:lvl2pPr>
      <a:lvl3pPr marL="287945" algn="l" defTabSz="287945" rtl="0" eaLnBrk="1" latinLnBrk="1" hangingPunct="1">
        <a:defRPr sz="567" kern="1200">
          <a:solidFill>
            <a:schemeClr val="tx1"/>
          </a:solidFill>
          <a:latin typeface="+mn-lt"/>
          <a:ea typeface="+mn-ea"/>
          <a:cs typeface="+mn-cs"/>
        </a:defRPr>
      </a:lvl3pPr>
      <a:lvl4pPr marL="431917" algn="l" defTabSz="287945" rtl="0" eaLnBrk="1" latinLnBrk="1" hangingPunct="1">
        <a:defRPr sz="567" kern="1200">
          <a:solidFill>
            <a:schemeClr val="tx1"/>
          </a:solidFill>
          <a:latin typeface="+mn-lt"/>
          <a:ea typeface="+mn-ea"/>
          <a:cs typeface="+mn-cs"/>
        </a:defRPr>
      </a:lvl4pPr>
      <a:lvl5pPr marL="575889" algn="l" defTabSz="287945" rtl="0" eaLnBrk="1" latinLnBrk="1" hangingPunct="1">
        <a:defRPr sz="567" kern="1200">
          <a:solidFill>
            <a:schemeClr val="tx1"/>
          </a:solidFill>
          <a:latin typeface="+mn-lt"/>
          <a:ea typeface="+mn-ea"/>
          <a:cs typeface="+mn-cs"/>
        </a:defRPr>
      </a:lvl5pPr>
      <a:lvl6pPr marL="719861" algn="l" defTabSz="287945" rtl="0" eaLnBrk="1" latinLnBrk="1" hangingPunct="1">
        <a:defRPr sz="567" kern="1200">
          <a:solidFill>
            <a:schemeClr val="tx1"/>
          </a:solidFill>
          <a:latin typeface="+mn-lt"/>
          <a:ea typeface="+mn-ea"/>
          <a:cs typeface="+mn-cs"/>
        </a:defRPr>
      </a:lvl6pPr>
      <a:lvl7pPr marL="863834" algn="l" defTabSz="287945" rtl="0" eaLnBrk="1" latinLnBrk="1" hangingPunct="1">
        <a:defRPr sz="567" kern="1200">
          <a:solidFill>
            <a:schemeClr val="tx1"/>
          </a:solidFill>
          <a:latin typeface="+mn-lt"/>
          <a:ea typeface="+mn-ea"/>
          <a:cs typeface="+mn-cs"/>
        </a:defRPr>
      </a:lvl7pPr>
      <a:lvl8pPr marL="1007806" algn="l" defTabSz="287945" rtl="0" eaLnBrk="1" latinLnBrk="1" hangingPunct="1">
        <a:defRPr sz="567" kern="1200">
          <a:solidFill>
            <a:schemeClr val="tx1"/>
          </a:solidFill>
          <a:latin typeface="+mn-lt"/>
          <a:ea typeface="+mn-ea"/>
          <a:cs typeface="+mn-cs"/>
        </a:defRPr>
      </a:lvl8pPr>
      <a:lvl9pPr marL="1151778" algn="l" defTabSz="287945" rtl="0" eaLnBrk="1" latinLnBrk="1" hangingPunct="1">
        <a:defRPr sz="56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0" y="281354"/>
            <a:ext cx="2872691" cy="907363"/>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lvl="0" algn="ctr">
              <a:lnSpc>
                <a:spcPct val="150000"/>
              </a:lnSpc>
              <a:defRPr/>
            </a:pPr>
            <a:endParaRPr lang="ko-KR" altLang="en-US">
              <a:latin typeface="KoPub돋움체 Bold"/>
              <a:ea typeface="KoPub돋움체 Bold"/>
            </a:endParaRPr>
          </a:p>
        </p:txBody>
      </p:sp>
      <p:cxnSp>
        <p:nvCxnSpPr>
          <p:cNvPr id="10" name="직선 연결선 9"/>
          <p:cNvCxnSpPr/>
          <p:nvPr/>
        </p:nvCxnSpPr>
        <p:spPr>
          <a:xfrm>
            <a:off x="0" y="291053"/>
            <a:ext cx="2879725" cy="0"/>
          </a:xfrm>
          <a:prstGeom prst="line">
            <a:avLst/>
          </a:prstGeom>
          <a:ln w="28575">
            <a:solidFill>
              <a:srgbClr val="004098"/>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a:off x="-7034" y="317502"/>
            <a:ext cx="1656184" cy="0"/>
          </a:xfrm>
          <a:prstGeom prst="line">
            <a:avLst/>
          </a:prstGeom>
          <a:ln w="76200">
            <a:solidFill>
              <a:srgbClr val="004098"/>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0" y="357025"/>
            <a:ext cx="2879725" cy="348047"/>
          </a:xfrm>
          <a:prstGeom prst="rect">
            <a:avLst/>
          </a:prstGeom>
        </p:spPr>
        <p:txBody>
          <a:bodyPr vert="horz" lIns="91440" tIns="45720" rIns="91440" bIns="45720" anchor="ctr">
            <a:noAutofit/>
          </a:bodyPr>
          <a:lstStyle>
            <a:defPPr>
              <a:defRPr lang="en-US"/>
            </a:defPPr>
            <a:lvl1pPr defTabSz="287945" latinLnBrk="1">
              <a:lnSpc>
                <a:spcPct val="90000"/>
              </a:lnSpc>
              <a:spcBef>
                <a:spcPct val="0"/>
              </a:spcBef>
              <a:buNone/>
              <a:defRPr sz="1200" spc="-60">
                <a:latin typeface="고려대학교B"/>
                <a:ea typeface="고려대학교B"/>
                <a:cs typeface="+mj-cs"/>
              </a:defRPr>
            </a:lvl1pPr>
          </a:lstStyle>
          <a:p>
            <a:pPr lvl="0" algn="ctr">
              <a:lnSpc>
                <a:spcPct val="100000"/>
              </a:lnSpc>
              <a:defRPr/>
            </a:pPr>
            <a:r>
              <a:rPr lang="ko-KR" altLang="en-US" sz="1000">
                <a:latin typeface="KoPub돋움체 Bold"/>
                <a:ea typeface="KoPub돋움체 Bold"/>
              </a:rPr>
              <a:t>방문자 </a:t>
            </a:r>
            <a:r>
              <a:rPr lang="en-US" altLang="ko-KR" sz="1000">
                <a:latin typeface="KoPub돋움체 Bold"/>
                <a:ea typeface="KoPub돋움체 Bold"/>
              </a:rPr>
              <a:t>:</a:t>
            </a:r>
            <a:r>
              <a:rPr lang="ko-KR" altLang="en-US" sz="1000">
                <a:latin typeface="KoPub돋움체 Bold"/>
                <a:ea typeface="KoPub돋움체 Bold"/>
              </a:rPr>
              <a:t> </a:t>
            </a:r>
            <a:r>
              <a:rPr lang="en-US" altLang="ko-KR" sz="1000">
                <a:latin typeface="KoPub돋움체 Bold"/>
                <a:ea typeface="KoPub돋움체 Bold"/>
              </a:rPr>
              <a:t>The Guest</a:t>
            </a:r>
            <a:endParaRPr lang="en-US" altLang="ko-KR" sz="1000">
              <a:latin typeface="KoPub돋움체 Bold"/>
              <a:ea typeface="KoPub돋움체 Bold"/>
            </a:endParaRPr>
          </a:p>
        </p:txBody>
      </p:sp>
      <p:sp>
        <p:nvSpPr>
          <p:cNvPr id="2" name="제목 2"/>
          <p:cNvSpPr txBox="1"/>
          <p:nvPr/>
        </p:nvSpPr>
        <p:spPr>
          <a:xfrm>
            <a:off x="0" y="29537"/>
            <a:ext cx="2475914" cy="225082"/>
          </a:xfrm>
          <a:prstGeom prst="rect">
            <a:avLst/>
          </a:prstGeom>
        </p:spPr>
        <p:txBody>
          <a:bodyPr vert="horz" lIns="91440" tIns="45720" rIns="91440" bIns="45720" anchor="ctr">
            <a:noAutofit/>
          </a:bodyPr>
          <a:lstStyle>
            <a:lvl1pPr algn="ctr" defTabSz="287945" rtl="0" eaLnBrk="1" latinLnBrk="1" hangingPunct="1">
              <a:lnSpc>
                <a:spcPct val="90000"/>
              </a:lnSpc>
              <a:spcBef>
                <a:spcPct val="0"/>
              </a:spcBef>
              <a:buNone/>
              <a:defRPr sz="1889" kern="1200">
                <a:solidFill>
                  <a:schemeClr val="tx1"/>
                </a:solidFill>
                <a:latin typeface="+mj-lt"/>
                <a:ea typeface="+mj-ea"/>
                <a:cs typeface="+mj-cs"/>
              </a:defRPr>
            </a:lvl1pPr>
          </a:lstStyle>
          <a:p>
            <a:pPr lvl="0" algn="l" latinLnBrk="0">
              <a:defRPr/>
            </a:pPr>
            <a:r>
              <a:rPr lang="en-US" altLang="ko-KR" sz="1200" b="1">
                <a:latin typeface="KoPub돋움체 Bold"/>
                <a:ea typeface="KoPub돋움체 Bold"/>
              </a:rPr>
              <a:t>2025 </a:t>
            </a:r>
            <a:r>
              <a:rPr lang="ko-KR" altLang="en-US" sz="1200" b="1">
                <a:latin typeface="KoPub돋움체 Bold"/>
                <a:ea typeface="KoPub돋움체 Bold"/>
              </a:rPr>
              <a:t>한성 </a:t>
            </a:r>
            <a:r>
              <a:rPr lang="en-US" altLang="ko-KR" sz="1200" b="1">
                <a:latin typeface="KoPub돋움체 Bold"/>
                <a:ea typeface="KoPub돋움체 Bold"/>
              </a:rPr>
              <a:t>SW</a:t>
            </a:r>
            <a:r>
              <a:rPr lang="ko-KR" altLang="en-US" sz="1200" b="1">
                <a:latin typeface="KoPub돋움체 Bold"/>
                <a:ea typeface="KoPub돋움체 Bold"/>
              </a:rPr>
              <a:t>중심대학 페스티벌</a:t>
            </a:r>
            <a:endParaRPr lang="ko-KR" altLang="en-US" sz="1200">
              <a:latin typeface="KoPub돋움체 Bold"/>
              <a:ea typeface="KoPub돋움체 Bold"/>
            </a:endParaRPr>
          </a:p>
        </p:txBody>
      </p:sp>
      <p:sp>
        <p:nvSpPr>
          <p:cNvPr id="7" name="모서리가 둥근 직사각형 4"/>
          <p:cNvSpPr/>
          <p:nvPr/>
        </p:nvSpPr>
        <p:spPr>
          <a:xfrm>
            <a:off x="14068" y="1305618"/>
            <a:ext cx="2832235" cy="711369"/>
          </a:xfrm>
          <a:prstGeom prst="roundRect">
            <a:avLst>
              <a:gd name="adj" fmla="val 9860"/>
            </a:avLst>
          </a:prstGeom>
          <a:solidFill>
            <a:schemeClr val="bg1"/>
          </a:solidFill>
          <a:ln w="9525">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9" name="모서리가 둥근 직사각형 50"/>
          <p:cNvSpPr/>
          <p:nvPr/>
        </p:nvSpPr>
        <p:spPr>
          <a:xfrm>
            <a:off x="21102" y="1254688"/>
            <a:ext cx="1678446" cy="128293"/>
          </a:xfrm>
          <a:prstGeom prst="roundRect">
            <a:avLst>
              <a:gd name="adj" fmla="val 16667"/>
            </a:avLst>
          </a:prstGeom>
          <a:solidFill>
            <a:srgbClr val="004098"/>
          </a:solidFill>
          <a:ln>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ko-KR" altLang="en-US" sz="800">
                <a:solidFill>
                  <a:schemeClr val="bg1"/>
                </a:solidFill>
                <a:latin typeface="KoPub돋움체 Bold"/>
                <a:ea typeface="KoPub돋움체 Bold"/>
              </a:rPr>
              <a:t>기획배경 및 문제인식</a:t>
            </a:r>
            <a:endParaRPr lang="en-US" altLang="ko-KR" sz="800" spc="-80">
              <a:solidFill>
                <a:schemeClr val="bg1"/>
              </a:solidFill>
              <a:latin typeface="KoPub돋움체 Bold"/>
              <a:ea typeface="KoPub돋움체 Bold"/>
            </a:endParaRPr>
          </a:p>
        </p:txBody>
      </p:sp>
      <p:sp>
        <p:nvSpPr>
          <p:cNvPr id="14" name="TextBox 13"/>
          <p:cNvSpPr txBox="1"/>
          <p:nvPr/>
        </p:nvSpPr>
        <p:spPr>
          <a:xfrm>
            <a:off x="16711" y="1406765"/>
            <a:ext cx="2848946" cy="576342"/>
          </a:xfrm>
          <a:prstGeom prst="rect">
            <a:avLst/>
          </a:prstGeom>
        </p:spPr>
        <p:txBody>
          <a:bodyPr vert="horz" lIns="91440" tIns="45720" rIns="91440" bIns="45720" anchor="t">
            <a:noAutofit/>
          </a:bodyPr>
          <a:lstStyle>
            <a:defPPr>
              <a:defRPr lang="en-US"/>
            </a:defPPr>
            <a:lvl1pPr defTabSz="287945" latinLnBrk="1">
              <a:lnSpc>
                <a:spcPct val="90000"/>
              </a:lnSpc>
              <a:spcBef>
                <a:spcPct val="0"/>
              </a:spcBef>
              <a:buNone/>
              <a:defRPr sz="1200" spc="-60">
                <a:latin typeface="고려대학교B"/>
                <a:ea typeface="고려대학교B"/>
                <a:cs typeface="+mj-cs"/>
              </a:defRPr>
            </a:lvl1pPr>
          </a:lstStyle>
          <a:p>
            <a:pPr lvl="0">
              <a:defRPr/>
            </a:pPr>
            <a:r>
              <a:rPr lang="ko-KR" altLang="en-US" sz="600" spc="0">
                <a:latin typeface="KoPub돋움체 Medium"/>
                <a:ea typeface="KoPub돋움체 Medium"/>
              </a:rPr>
              <a:t>흡연이 건강에 해롭다는 사실은 누구나 알고 있다</a:t>
            </a:r>
            <a:r>
              <a:rPr lang="en-US" altLang="ko-KR" sz="600" spc="0">
                <a:latin typeface="KoPub돋움체 Medium"/>
                <a:ea typeface="KoPub돋움체 Medium"/>
              </a:rPr>
              <a:t>.</a:t>
            </a:r>
            <a:r>
              <a:rPr lang="ko-KR" altLang="en-US" sz="600" spc="0">
                <a:latin typeface="KoPub돋움체 Medium"/>
                <a:ea typeface="KoPub돋움체 Medium"/>
              </a:rPr>
              <a:t> 그럼에도 불구하고 많은 사람들은 여전히 흡연을 이어가고 있으며</a:t>
            </a:r>
            <a:r>
              <a:rPr lang="en-US" altLang="ko-KR" sz="600" spc="0">
                <a:latin typeface="KoPub돋움체 Medium"/>
                <a:ea typeface="KoPub돋움체 Medium"/>
              </a:rPr>
              <a:t>,</a:t>
            </a:r>
            <a:r>
              <a:rPr lang="ko-KR" altLang="en-US" sz="600" spc="0">
                <a:latin typeface="KoPub돋움체 Medium"/>
                <a:ea typeface="KoPub돋움체 Medium"/>
              </a:rPr>
              <a:t> 그 해로움은 일상에서 쉽게 체감되지 않는다</a:t>
            </a:r>
            <a:r>
              <a:rPr lang="en-US" altLang="ko-KR" sz="600" spc="0">
                <a:latin typeface="KoPub돋움체 Medium"/>
                <a:ea typeface="KoPub돋움체 Medium"/>
              </a:rPr>
              <a:t>.</a:t>
            </a:r>
            <a:r>
              <a:rPr lang="ko-KR" altLang="en-US" sz="600" spc="0">
                <a:latin typeface="KoPub돋움체 Medium"/>
                <a:ea typeface="KoPub돋움체 Medium"/>
              </a:rPr>
              <a:t> 이는 개인의 건강을 넘어 사회적 불편으로 이어지며</a:t>
            </a:r>
            <a:r>
              <a:rPr lang="en-US" altLang="ko-KR" sz="600" spc="0">
                <a:latin typeface="KoPub돋움체 Medium"/>
                <a:ea typeface="KoPub돋움체 Medium"/>
              </a:rPr>
              <a:t>,</a:t>
            </a:r>
            <a:r>
              <a:rPr lang="ko-KR" altLang="en-US" sz="600" spc="0">
                <a:latin typeface="KoPub돋움체 Medium"/>
                <a:ea typeface="KoPub돋움체 Medium"/>
              </a:rPr>
              <a:t> 특히 간접흡연은 비흡연자에게 불쾌감과 건강 피해를 야기한다</a:t>
            </a:r>
            <a:r>
              <a:rPr lang="en-US" altLang="ko-KR" sz="600" spc="0">
                <a:latin typeface="KoPub돋움체 Medium"/>
                <a:ea typeface="KoPub돋움체 Medium"/>
              </a:rPr>
              <a:t>.</a:t>
            </a:r>
            <a:r>
              <a:rPr lang="ko-KR" altLang="en-US" sz="600" spc="0">
                <a:latin typeface="KoPub돋움체 Medium"/>
                <a:ea typeface="KoPub돋움체 Medium"/>
              </a:rPr>
              <a:t> 이에 </a:t>
            </a:r>
            <a:r>
              <a:rPr lang="en-US" altLang="ko-KR" sz="600" spc="0">
                <a:latin typeface="KoPub돋움체 Medium"/>
                <a:ea typeface="KoPub돋움체 Medium"/>
              </a:rPr>
              <a:t>AI</a:t>
            </a:r>
            <a:r>
              <a:rPr lang="ko-KR" altLang="en-US" sz="600" spc="0">
                <a:latin typeface="KoPub돋움체 Medium"/>
                <a:ea typeface="KoPub돋움체 Medium"/>
              </a:rPr>
              <a:t> 기반 </a:t>
            </a:r>
            <a:r>
              <a:rPr lang="en-US" altLang="ko-KR" sz="600" spc="0">
                <a:latin typeface="KoPub돋움체 Medium"/>
                <a:ea typeface="KoPub돋움체 Medium"/>
              </a:rPr>
              <a:t>SF</a:t>
            </a:r>
            <a:r>
              <a:rPr lang="ko-KR" altLang="en-US" sz="600" spc="0">
                <a:latin typeface="KoPub돋움체 Medium"/>
                <a:ea typeface="KoPub돋움체 Medium"/>
              </a:rPr>
              <a:t> 단편영화를 통해 흡연이 개인의 몸과 사회 전반에 어떤 파괴를 일으키는지를 시각적으로 보여줌으로써</a:t>
            </a:r>
            <a:r>
              <a:rPr lang="en-US" altLang="ko-KR" sz="600" spc="0">
                <a:latin typeface="KoPub돋움체 Medium"/>
                <a:ea typeface="KoPub돋움체 Medium"/>
              </a:rPr>
              <a:t>,</a:t>
            </a:r>
            <a:r>
              <a:rPr lang="ko-KR" altLang="en-US" sz="600" spc="0">
                <a:latin typeface="KoPub돋움체 Medium"/>
                <a:ea typeface="KoPub돋움체 Medium"/>
              </a:rPr>
              <a:t> 금연의 필요성과 문제 인식을 보다 명확히 전달하고자 한다</a:t>
            </a:r>
            <a:r>
              <a:rPr lang="en-US" altLang="ko-KR" sz="600" spc="0">
                <a:latin typeface="KoPub돋움체 Medium"/>
                <a:ea typeface="KoPub돋움체 Medium"/>
              </a:rPr>
              <a:t>.</a:t>
            </a:r>
            <a:r>
              <a:rPr lang="ko-KR" altLang="en-US" sz="600" b="1" spc="0">
                <a:latin typeface="KoPub돋움체 Medium"/>
                <a:ea typeface="KoPub돋움체 Medium"/>
              </a:rPr>
              <a:t> </a:t>
            </a:r>
            <a:endParaRPr lang="ko-KR" altLang="en-US" sz="600" b="1" spc="0">
              <a:latin typeface="KoPub돋움체 Medium"/>
              <a:ea typeface="KoPub돋움체 Medium"/>
            </a:endParaRPr>
          </a:p>
        </p:txBody>
      </p:sp>
      <p:sp>
        <p:nvSpPr>
          <p:cNvPr id="15" name="모서리가 둥근 직사각형 4"/>
          <p:cNvSpPr/>
          <p:nvPr/>
        </p:nvSpPr>
        <p:spPr>
          <a:xfrm>
            <a:off x="14068" y="2114511"/>
            <a:ext cx="2832235" cy="595219"/>
          </a:xfrm>
          <a:prstGeom prst="roundRect">
            <a:avLst>
              <a:gd name="adj" fmla="val 9860"/>
            </a:avLst>
          </a:prstGeom>
          <a:solidFill>
            <a:schemeClr val="bg1"/>
          </a:solidFill>
          <a:ln w="9525">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16" name="모서리가 둥근 직사각형 50"/>
          <p:cNvSpPr/>
          <p:nvPr/>
        </p:nvSpPr>
        <p:spPr>
          <a:xfrm>
            <a:off x="21102" y="2063581"/>
            <a:ext cx="1685480" cy="149428"/>
          </a:xfrm>
          <a:prstGeom prst="roundRect">
            <a:avLst>
              <a:gd name="adj" fmla="val 16667"/>
            </a:avLst>
          </a:prstGeom>
          <a:solidFill>
            <a:srgbClr val="004098"/>
          </a:solidFill>
          <a:ln>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ko-KR" altLang="en-US" sz="800">
                <a:solidFill>
                  <a:schemeClr val="bg1"/>
                </a:solidFill>
                <a:latin typeface="KoPub돋움체 Bold"/>
                <a:ea typeface="KoPub돋움체 Bold"/>
              </a:rPr>
              <a:t>제작과정 및 생성 </a:t>
            </a:r>
            <a:r>
              <a:rPr lang="en-US" altLang="ko-KR" sz="800">
                <a:solidFill>
                  <a:schemeClr val="bg1"/>
                </a:solidFill>
                <a:latin typeface="KoPub돋움체 Bold"/>
                <a:ea typeface="KoPub돋움체 Bold"/>
              </a:rPr>
              <a:t>AI </a:t>
            </a:r>
            <a:r>
              <a:rPr lang="ko-KR" altLang="en-US" sz="800">
                <a:solidFill>
                  <a:schemeClr val="bg1"/>
                </a:solidFill>
                <a:latin typeface="KoPub돋움체 Bold"/>
                <a:ea typeface="KoPub돋움체 Bold"/>
              </a:rPr>
              <a:t>활용 전략</a:t>
            </a:r>
            <a:endParaRPr lang="en-US" altLang="ko-KR" sz="800" spc="-80">
              <a:solidFill>
                <a:schemeClr val="bg1"/>
              </a:solidFill>
              <a:latin typeface="KoPub돋움체 Bold"/>
              <a:ea typeface="KoPub돋움체 Bold"/>
            </a:endParaRPr>
          </a:p>
        </p:txBody>
      </p:sp>
      <p:sp>
        <p:nvSpPr>
          <p:cNvPr id="17" name="TextBox 16"/>
          <p:cNvSpPr txBox="1"/>
          <p:nvPr/>
        </p:nvSpPr>
        <p:spPr>
          <a:xfrm>
            <a:off x="9677" y="2236760"/>
            <a:ext cx="2832235" cy="463577"/>
          </a:xfrm>
          <a:prstGeom prst="rect">
            <a:avLst/>
          </a:prstGeom>
        </p:spPr>
        <p:txBody>
          <a:bodyPr vert="horz" lIns="91440" tIns="45720" rIns="91440" bIns="45720" anchor="t">
            <a:noAutofit/>
          </a:bodyPr>
          <a:lstStyle>
            <a:defPPr>
              <a:defRPr lang="en-US"/>
            </a:defPPr>
            <a:lvl1pPr defTabSz="287945" latinLnBrk="1">
              <a:lnSpc>
                <a:spcPct val="90000"/>
              </a:lnSpc>
              <a:spcBef>
                <a:spcPct val="0"/>
              </a:spcBef>
              <a:buNone/>
              <a:defRPr sz="1200" spc="-60">
                <a:latin typeface="고려대학교B"/>
                <a:ea typeface="고려대학교B"/>
                <a:cs typeface="+mj-cs"/>
              </a:defRPr>
            </a:lvl1pPr>
          </a:lstStyle>
          <a:p>
            <a:pPr lvl="0">
              <a:defRPr/>
            </a:pPr>
            <a:r>
              <a:rPr lang="en-US" altLang="ko-KR" sz="600" spc="0">
                <a:latin typeface="KoPub돋움체 Medium"/>
                <a:ea typeface="KoPub돋움체 Medium"/>
              </a:rPr>
              <a:t>-</a:t>
            </a:r>
            <a:r>
              <a:rPr lang="ko-KR" altLang="en-US" sz="600" spc="0">
                <a:latin typeface="KoPub돋움체 Medium"/>
                <a:ea typeface="KoPub돋움체 Medium"/>
              </a:rPr>
              <a:t>기획</a:t>
            </a:r>
            <a:r>
              <a:rPr lang="en-US" altLang="ko-KR" sz="600" spc="0">
                <a:latin typeface="KoPub돋움체 Medium"/>
                <a:ea typeface="KoPub돋움체 Medium"/>
              </a:rPr>
              <a:t>:</a:t>
            </a:r>
            <a:r>
              <a:rPr lang="ko-KR" altLang="en-US" sz="600" spc="0">
                <a:latin typeface="KoPub돋움체 Medium"/>
                <a:ea typeface="KoPub돋움체 Medium"/>
              </a:rPr>
              <a:t> </a:t>
            </a:r>
            <a:r>
              <a:rPr lang="en-US" altLang="ko-KR" sz="600" spc="0">
                <a:latin typeface="KoPub돋움체 Medium"/>
                <a:ea typeface="KoPub돋움체 Medium"/>
              </a:rPr>
              <a:t>ChatGPT, Gemini</a:t>
            </a:r>
            <a:endParaRPr lang="en-US" altLang="ko-KR" sz="600" spc="0">
              <a:latin typeface="KoPub돋움체 Medium"/>
              <a:ea typeface="KoPub돋움체 Medium"/>
            </a:endParaRPr>
          </a:p>
          <a:p>
            <a:pPr lvl="0">
              <a:defRPr/>
            </a:pPr>
            <a:r>
              <a:rPr lang="en-US" altLang="ko-KR" sz="600" spc="0">
                <a:latin typeface="KoPub돋움체 Medium"/>
                <a:ea typeface="KoPub돋움체 Medium"/>
              </a:rPr>
              <a:t>-</a:t>
            </a:r>
            <a:r>
              <a:rPr lang="ko-KR" altLang="en-US" sz="600" spc="0">
                <a:latin typeface="KoPub돋움체 Medium"/>
                <a:ea typeface="KoPub돋움체 Medium"/>
              </a:rPr>
              <a:t>이미지</a:t>
            </a:r>
            <a:r>
              <a:rPr lang="en-US" altLang="ko-KR" sz="600" spc="0">
                <a:latin typeface="KoPub돋움체 Medium"/>
                <a:ea typeface="KoPub돋움체 Medium"/>
              </a:rPr>
              <a:t>:</a:t>
            </a:r>
            <a:r>
              <a:rPr lang="ko-KR" altLang="en-US" sz="600" spc="0">
                <a:latin typeface="KoPub돋움체 Medium"/>
                <a:ea typeface="KoPub돋움체 Medium"/>
              </a:rPr>
              <a:t> </a:t>
            </a:r>
            <a:r>
              <a:rPr lang="en-US" altLang="ko-KR" sz="600" spc="0">
                <a:latin typeface="KoPub돋움체 Medium"/>
                <a:ea typeface="KoPub돋움체 Medium"/>
              </a:rPr>
              <a:t>ChatGPT, Gemini, Midjourney</a:t>
            </a:r>
            <a:endParaRPr lang="en-US" altLang="ko-KR" sz="600" spc="0">
              <a:latin typeface="KoPub돋움체 Medium"/>
              <a:ea typeface="KoPub돋움체 Medium"/>
            </a:endParaRPr>
          </a:p>
          <a:p>
            <a:pPr lvl="0">
              <a:defRPr/>
            </a:pPr>
            <a:r>
              <a:rPr lang="en-US" altLang="ko-KR" sz="600" spc="0">
                <a:latin typeface="KoPub돋움체 Medium"/>
                <a:ea typeface="KoPub돋움체 Medium"/>
              </a:rPr>
              <a:t>-</a:t>
            </a:r>
            <a:r>
              <a:rPr lang="ko-KR" altLang="en-US" sz="600" spc="0">
                <a:latin typeface="KoPub돋움체 Medium"/>
                <a:ea typeface="KoPub돋움체 Medium"/>
              </a:rPr>
              <a:t>영상</a:t>
            </a:r>
            <a:r>
              <a:rPr lang="en-US" altLang="ko-KR" sz="600" spc="0">
                <a:latin typeface="KoPub돋움체 Medium"/>
                <a:ea typeface="KoPub돋움체 Medium"/>
              </a:rPr>
              <a:t>:</a:t>
            </a:r>
            <a:r>
              <a:rPr lang="ko-KR" altLang="en-US" sz="600" spc="0">
                <a:latin typeface="KoPub돋움체 Medium"/>
                <a:ea typeface="KoPub돋움체 Medium"/>
              </a:rPr>
              <a:t> </a:t>
            </a:r>
            <a:r>
              <a:rPr lang="en-US" altLang="ko-KR" sz="600" spc="0">
                <a:latin typeface="KoPub돋움체 Medium"/>
                <a:ea typeface="KoPub돋움체 Medium"/>
              </a:rPr>
              <a:t>Midjourney, Veo3, Runway ML</a:t>
            </a:r>
            <a:endParaRPr lang="en-US" altLang="ko-KR" sz="600" spc="0">
              <a:latin typeface="KoPub돋움체 Medium"/>
              <a:ea typeface="KoPub돋움체 Medium"/>
            </a:endParaRPr>
          </a:p>
          <a:p>
            <a:pPr lvl="0">
              <a:defRPr/>
            </a:pPr>
            <a:r>
              <a:rPr lang="en-US" altLang="ko-KR" sz="600" spc="0">
                <a:latin typeface="KoPub돋움체 Medium"/>
                <a:ea typeface="KoPub돋움체 Medium"/>
              </a:rPr>
              <a:t>-</a:t>
            </a:r>
            <a:r>
              <a:rPr lang="ko-KR" altLang="en-US" sz="600" spc="0">
                <a:latin typeface="KoPub돋움체 Medium"/>
                <a:ea typeface="KoPub돋움체 Medium"/>
              </a:rPr>
              <a:t>내레이션</a:t>
            </a:r>
            <a:r>
              <a:rPr lang="en-US" altLang="ko-KR" sz="600" spc="0">
                <a:latin typeface="KoPub돋움체 Medium"/>
                <a:ea typeface="KoPub돋움체 Medium"/>
              </a:rPr>
              <a:t>:</a:t>
            </a:r>
            <a:r>
              <a:rPr lang="ko-KR" altLang="en-US" sz="600" spc="0">
                <a:latin typeface="KoPub돋움체 Medium"/>
                <a:ea typeface="KoPub돋움체 Medium"/>
              </a:rPr>
              <a:t> </a:t>
            </a:r>
            <a:r>
              <a:rPr lang="en-US" altLang="ko-KR" sz="600" spc="0">
                <a:latin typeface="KoPub돋움체 Medium"/>
                <a:ea typeface="KoPub돋움체 Medium"/>
              </a:rPr>
              <a:t>Eleven Labs  -</a:t>
            </a:r>
            <a:r>
              <a:rPr lang="ko-KR" altLang="en-US" sz="600" spc="0">
                <a:latin typeface="KoPub돋움체 Medium"/>
                <a:ea typeface="KoPub돋움체 Medium"/>
              </a:rPr>
              <a:t>음악</a:t>
            </a:r>
            <a:r>
              <a:rPr lang="en-US" altLang="ko-KR" sz="600" spc="0">
                <a:latin typeface="KoPub돋움체 Medium"/>
                <a:ea typeface="KoPub돋움체 Medium"/>
              </a:rPr>
              <a:t>:</a:t>
            </a:r>
            <a:r>
              <a:rPr lang="ko-KR" altLang="en-US" sz="600" spc="0">
                <a:latin typeface="KoPub돋움체 Medium"/>
                <a:ea typeface="KoPub돋움체 Medium"/>
              </a:rPr>
              <a:t> </a:t>
            </a:r>
            <a:r>
              <a:rPr lang="en-US" altLang="ko-KR" sz="600" spc="0">
                <a:latin typeface="KoPub돋움체 Medium"/>
                <a:ea typeface="KoPub돋움체 Medium"/>
              </a:rPr>
              <a:t>Suno</a:t>
            </a:r>
            <a:endParaRPr lang="en-US" altLang="ko-KR" sz="600" spc="0">
              <a:latin typeface="KoPub돋움체 Medium"/>
              <a:ea typeface="KoPub돋움체 Medium"/>
            </a:endParaRPr>
          </a:p>
          <a:p>
            <a:pPr lvl="0">
              <a:defRPr/>
            </a:pPr>
            <a:r>
              <a:rPr lang="en-US" altLang="ko-KR" sz="600" spc="0">
                <a:latin typeface="KoPub돋움체 Medium"/>
                <a:ea typeface="KoPub돋움체 Medium"/>
              </a:rPr>
              <a:t>-</a:t>
            </a:r>
            <a:r>
              <a:rPr lang="ko-KR" altLang="en-US" sz="600" spc="0">
                <a:latin typeface="KoPub돋움체 Medium"/>
                <a:ea typeface="KoPub돋움체 Medium"/>
              </a:rPr>
              <a:t>편집</a:t>
            </a:r>
            <a:r>
              <a:rPr lang="en-US" altLang="ko-KR" sz="600" spc="0">
                <a:latin typeface="KoPub돋움체 Medium"/>
                <a:ea typeface="KoPub돋움체 Medium"/>
              </a:rPr>
              <a:t>:</a:t>
            </a:r>
            <a:r>
              <a:rPr lang="ko-KR" altLang="en-US" sz="600" spc="0">
                <a:latin typeface="KoPub돋움체 Medium"/>
                <a:ea typeface="KoPub돋움체 Medium"/>
              </a:rPr>
              <a:t> </a:t>
            </a:r>
            <a:r>
              <a:rPr lang="en-US" altLang="ko-KR" sz="600" spc="0">
                <a:latin typeface="KoPub돋움체 Medium"/>
                <a:ea typeface="KoPub돋움체 Medium"/>
              </a:rPr>
              <a:t>Capcut, Adobe Premiere Pro</a:t>
            </a:r>
            <a:endParaRPr lang="en-US" altLang="ko-KR" sz="600" spc="0">
              <a:latin typeface="KoPub돋움체 Medium"/>
              <a:ea typeface="KoPub돋움체 Medium"/>
            </a:endParaRPr>
          </a:p>
        </p:txBody>
      </p:sp>
      <p:sp>
        <p:nvSpPr>
          <p:cNvPr id="18" name="모서리가 둥근 직사각형 4"/>
          <p:cNvSpPr/>
          <p:nvPr/>
        </p:nvSpPr>
        <p:spPr>
          <a:xfrm>
            <a:off x="14068" y="2803831"/>
            <a:ext cx="2832235" cy="992765"/>
          </a:xfrm>
          <a:prstGeom prst="roundRect">
            <a:avLst>
              <a:gd name="adj" fmla="val 9860"/>
            </a:avLst>
          </a:prstGeom>
          <a:solidFill>
            <a:schemeClr val="bg1"/>
          </a:solidFill>
          <a:ln w="9525">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19" name="모서리가 둥근 직사각형 50"/>
          <p:cNvSpPr/>
          <p:nvPr/>
        </p:nvSpPr>
        <p:spPr>
          <a:xfrm>
            <a:off x="21102" y="2752902"/>
            <a:ext cx="1685480" cy="149428"/>
          </a:xfrm>
          <a:prstGeom prst="roundRect">
            <a:avLst>
              <a:gd name="adj" fmla="val 16667"/>
            </a:avLst>
          </a:prstGeom>
          <a:solidFill>
            <a:srgbClr val="004098"/>
          </a:solidFill>
          <a:ln>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ko-KR" altLang="en-US" sz="800">
                <a:solidFill>
                  <a:schemeClr val="bg1"/>
                </a:solidFill>
                <a:latin typeface="KoPub돋움체 Bold"/>
                <a:ea typeface="KoPub돋움체 Bold"/>
              </a:rPr>
              <a:t>영상 결과물 및 주요 장면 설명</a:t>
            </a:r>
            <a:endParaRPr lang="en-US" altLang="ko-KR" sz="800" spc="-80">
              <a:solidFill>
                <a:schemeClr val="bg1"/>
              </a:solidFill>
              <a:latin typeface="KoPub돋움체 Bold"/>
              <a:ea typeface="KoPub돋움체 Bold"/>
            </a:endParaRPr>
          </a:p>
        </p:txBody>
      </p:sp>
      <p:sp>
        <p:nvSpPr>
          <p:cNvPr id="20" name="TextBox 19"/>
          <p:cNvSpPr txBox="1"/>
          <p:nvPr/>
        </p:nvSpPr>
        <p:spPr>
          <a:xfrm>
            <a:off x="23745" y="2926081"/>
            <a:ext cx="2832235" cy="840444"/>
          </a:xfrm>
          <a:prstGeom prst="rect">
            <a:avLst/>
          </a:prstGeom>
        </p:spPr>
        <p:txBody>
          <a:bodyPr vert="horz" lIns="91440" tIns="45720" rIns="91440" bIns="45720" anchor="t">
            <a:noAutofit/>
          </a:bodyPr>
          <a:lstStyle>
            <a:defPPr>
              <a:defRPr lang="en-US"/>
            </a:defPPr>
            <a:lvl1pPr defTabSz="287945" latinLnBrk="1">
              <a:lnSpc>
                <a:spcPct val="90000"/>
              </a:lnSpc>
              <a:spcBef>
                <a:spcPct val="0"/>
              </a:spcBef>
              <a:buNone/>
              <a:defRPr sz="1200" spc="-60">
                <a:latin typeface="고려대학교B"/>
                <a:ea typeface="고려대학교B"/>
                <a:cs typeface="+mj-cs"/>
              </a:defRPr>
            </a:lvl1pPr>
          </a:lstStyle>
          <a:p>
            <a:pPr lvl="0">
              <a:defRPr/>
            </a:pPr>
            <a:r>
              <a:rPr lang="ko-KR" altLang="en-US" sz="600" spc="0">
                <a:latin typeface="KoPub돋움체 Medium"/>
                <a:ea typeface="KoPub돋움체 Medium"/>
              </a:rPr>
              <a:t>영상은 약 </a:t>
            </a:r>
            <a:r>
              <a:rPr lang="en-US" altLang="ko-KR" sz="600" spc="0">
                <a:latin typeface="KoPub돋움체 Medium"/>
                <a:ea typeface="KoPub돋움체 Medium"/>
              </a:rPr>
              <a:t>2</a:t>
            </a:r>
            <a:r>
              <a:rPr lang="ko-KR" altLang="en-US" sz="600" spc="0">
                <a:latin typeface="KoPub돋움체 Medium"/>
                <a:ea typeface="KoPub돋움체 Medium"/>
              </a:rPr>
              <a:t>분 길이의 </a:t>
            </a:r>
            <a:r>
              <a:rPr lang="en-US" altLang="ko-KR" sz="600" spc="0">
                <a:latin typeface="KoPub돋움체 Medium"/>
                <a:ea typeface="KoPub돋움체 Medium"/>
              </a:rPr>
              <a:t>SF</a:t>
            </a:r>
            <a:r>
              <a:rPr lang="ko-KR" altLang="en-US" sz="600" spc="0">
                <a:latin typeface="KoPub돋움체 Medium"/>
                <a:ea typeface="KoPub돋움체 Medium"/>
              </a:rPr>
              <a:t> 애니메이션 단편 영화로</a:t>
            </a:r>
            <a:r>
              <a:rPr lang="en-US" altLang="ko-KR" sz="600" spc="0">
                <a:latin typeface="KoPub돋움체 Medium"/>
                <a:ea typeface="KoPub돋움체 Medium"/>
              </a:rPr>
              <a:t>,</a:t>
            </a:r>
            <a:r>
              <a:rPr lang="ko-KR" altLang="en-US" sz="600" spc="0">
                <a:latin typeface="KoPub돋움체 Medium"/>
                <a:ea typeface="KoPub돋움체 Medium"/>
              </a:rPr>
              <a:t> </a:t>
            </a:r>
            <a:r>
              <a:rPr lang="en-US" altLang="ko-KR" sz="600" spc="0">
                <a:latin typeface="KoPub돋움체 Medium"/>
                <a:ea typeface="KoPub돋움체 Medium"/>
              </a:rPr>
              <a:t>AI</a:t>
            </a:r>
            <a:r>
              <a:rPr lang="ko-KR" altLang="en-US" sz="600" spc="0">
                <a:latin typeface="KoPub돋움체 Medium"/>
                <a:ea typeface="KoPub돋움체 Medium"/>
              </a:rPr>
              <a:t> 생성형 도구를 활용하여 흡연의 과정을 시네마틱하고 디스토피아적인 미래 도시 비주얼로 표현했다</a:t>
            </a:r>
            <a:r>
              <a:rPr lang="en-US" altLang="ko-KR" sz="600" spc="0">
                <a:latin typeface="KoPub돋움체 Medium"/>
                <a:ea typeface="KoPub돋움체 Medium"/>
              </a:rPr>
              <a:t>.</a:t>
            </a:r>
            <a:r>
              <a:rPr lang="ko-KR" altLang="en-US" sz="600" spc="0">
                <a:latin typeface="KoPub돋움체 Medium"/>
                <a:ea typeface="KoPub돋움체 Medium"/>
              </a:rPr>
              <a:t> 영상은 </a:t>
            </a:r>
            <a:r>
              <a:rPr lang="en-US" altLang="ko-KR" sz="600" spc="0">
                <a:latin typeface="KoPub돋움체 Medium"/>
                <a:ea typeface="KoPub돋움체 Medium"/>
              </a:rPr>
              <a:t>5</a:t>
            </a:r>
            <a:r>
              <a:rPr lang="ko-KR" altLang="en-US" sz="600" spc="0">
                <a:latin typeface="KoPub돋움체 Medium"/>
                <a:ea typeface="KoPub돋움체 Medium"/>
              </a:rPr>
              <a:t>막 구조로 구성되어 있다</a:t>
            </a:r>
            <a:r>
              <a:rPr lang="en-US" altLang="ko-KR" sz="600" spc="0">
                <a:latin typeface="KoPub돋움체 Medium"/>
                <a:ea typeface="KoPub돋움체 Medium"/>
              </a:rPr>
              <a:t>.</a:t>
            </a:r>
            <a:r>
              <a:rPr lang="ko-KR" altLang="en-US" sz="600" spc="0">
                <a:latin typeface="KoPub돋움체 Medium"/>
                <a:ea typeface="KoPub돋움체 Medium"/>
              </a:rPr>
              <a:t> 1막은 흡연자의 정적인 시작을 보여주고, 2막에서 연기 시점이 SF 도시(몸속)로 진입한다. 3막에서는 연기가 혈관을 따라 이동하며 건물(장기)을 변색시키고 세포들이 쓰러지는 오염 과정을 묘사하며, 4막에서는 도시 중심부(폐)가 검은 타르와 함께 붕괴하는 혼돈의 절정을 연출한다. 5막은 줌아웃을 통해 무너진 도시가 실제 흡연자의 폐 내부였음을 드러내는 충격적 반전과 함께 , "나는 나의 도시입니다. 당신의 도시는 지금, 안전합니까?"라는 최종 메시지가 전달된다</a:t>
            </a:r>
            <a:r>
              <a:rPr lang="en-US" altLang="ko-KR" sz="600" spc="0">
                <a:latin typeface="KoPub돋움체 Medium"/>
                <a:ea typeface="KoPub돋움체 Medium"/>
              </a:rPr>
              <a:t>.</a:t>
            </a:r>
            <a:r>
              <a:rPr lang="ko-KR" altLang="en-US" sz="600" spc="0">
                <a:latin typeface="KoPub돋움체 Medium"/>
                <a:ea typeface="KoPub돋움체 Medium"/>
              </a:rPr>
              <a:t> </a:t>
            </a:r>
            <a:endParaRPr lang="ko-KR" altLang="en-US" sz="600" spc="0">
              <a:latin typeface="KoPub돋움체 Medium"/>
              <a:ea typeface="KoPub돋움체 Medium"/>
            </a:endParaRPr>
          </a:p>
        </p:txBody>
      </p:sp>
      <p:sp>
        <p:nvSpPr>
          <p:cNvPr id="21" name="모서리가 둥근 직사각형 4"/>
          <p:cNvSpPr/>
          <p:nvPr/>
        </p:nvSpPr>
        <p:spPr>
          <a:xfrm>
            <a:off x="14068" y="3906448"/>
            <a:ext cx="2832235" cy="762328"/>
          </a:xfrm>
          <a:prstGeom prst="roundRect">
            <a:avLst>
              <a:gd name="adj" fmla="val 9860"/>
            </a:avLst>
          </a:prstGeom>
          <a:solidFill>
            <a:schemeClr val="bg1"/>
          </a:solidFill>
          <a:ln w="9525">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22" name="모서리가 둥근 직사각형 50"/>
          <p:cNvSpPr/>
          <p:nvPr/>
        </p:nvSpPr>
        <p:spPr>
          <a:xfrm>
            <a:off x="21102" y="3855518"/>
            <a:ext cx="1685480" cy="149428"/>
          </a:xfrm>
          <a:prstGeom prst="roundRect">
            <a:avLst>
              <a:gd name="adj" fmla="val 16667"/>
            </a:avLst>
          </a:prstGeom>
          <a:solidFill>
            <a:srgbClr val="004098"/>
          </a:solidFill>
          <a:ln>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ko-KR" altLang="en-US" sz="800">
                <a:solidFill>
                  <a:schemeClr val="bg1"/>
                </a:solidFill>
                <a:latin typeface="KoPub돋움체 Bold"/>
                <a:ea typeface="KoPub돋움체 Bold"/>
              </a:rPr>
              <a:t>성과 및 메시지 전달 효과</a:t>
            </a:r>
            <a:endParaRPr lang="en-US" altLang="ko-KR" sz="800" spc="-80">
              <a:solidFill>
                <a:schemeClr val="bg1"/>
              </a:solidFill>
              <a:latin typeface="KoPub돋움체 Bold"/>
              <a:ea typeface="KoPub돋움체 Bold"/>
            </a:endParaRPr>
          </a:p>
        </p:txBody>
      </p:sp>
      <p:sp>
        <p:nvSpPr>
          <p:cNvPr id="23" name="TextBox 22"/>
          <p:cNvSpPr txBox="1"/>
          <p:nvPr/>
        </p:nvSpPr>
        <p:spPr>
          <a:xfrm>
            <a:off x="7034" y="4021662"/>
            <a:ext cx="2832235" cy="645614"/>
          </a:xfrm>
          <a:prstGeom prst="rect">
            <a:avLst/>
          </a:prstGeom>
        </p:spPr>
        <p:txBody>
          <a:bodyPr vert="horz" lIns="91440" tIns="45720" rIns="91440" bIns="45720" anchor="t">
            <a:noAutofit/>
          </a:bodyPr>
          <a:lstStyle>
            <a:defPPr>
              <a:defRPr lang="en-US"/>
            </a:defPPr>
            <a:lvl1pPr defTabSz="287945" latinLnBrk="1">
              <a:lnSpc>
                <a:spcPct val="90000"/>
              </a:lnSpc>
              <a:spcBef>
                <a:spcPct val="0"/>
              </a:spcBef>
              <a:buNone/>
              <a:defRPr sz="1200" spc="-60">
                <a:latin typeface="고려대학교B"/>
                <a:ea typeface="고려대학교B"/>
                <a:cs typeface="+mj-cs"/>
              </a:defRPr>
            </a:lvl1pPr>
          </a:lstStyle>
          <a:p>
            <a:pPr lvl="0">
              <a:defRPr/>
            </a:pPr>
            <a:r>
              <a:rPr lang="ko-KR" altLang="en-US" sz="600" spc="0">
                <a:latin typeface="KoPub돋움체 Medium"/>
                <a:ea typeface="KoPub돋움체 Medium"/>
              </a:rPr>
              <a:t>본 기획안은 '흡연자의 몸 속 SF 도시'라는 충격적 반전과 “하루의 한 모금이 당신의 몸을 무너뜨린다.”는 메시지를 활용한다. 핵심은 AI 기반 SF 시각효과로 추상적인 건강 악화를 '내부 도시 파괴'로 구체화하여 흡연자의 금연 의지를 높이고 , 간접흡연을 '도시 오염'으로 묘사해 비흡연자의 공감대를 형성하는 것이다. 이 트렌디한 콘셉트는 젊은 타겟층의 주목도를 극대화하여 숏폼 플랫폼에서의 자발적 확산을 유도하며, 교육 자료 확장 및 긍정적인 행동 변화를 이끄는 혁신적인 공익 캠페인 모델을 제시한다.</a:t>
            </a:r>
            <a:endParaRPr lang="ko-KR" altLang="en-US" sz="600" spc="0">
              <a:latin typeface="KoPub돋움체 Medium"/>
              <a:ea typeface="KoPub돋움체 Medium"/>
            </a:endParaRPr>
          </a:p>
        </p:txBody>
      </p:sp>
      <p:sp>
        <p:nvSpPr>
          <p:cNvPr id="24" name="모서리가 둥근 직사각형 4"/>
          <p:cNvSpPr/>
          <p:nvPr/>
        </p:nvSpPr>
        <p:spPr>
          <a:xfrm>
            <a:off x="23745" y="4867504"/>
            <a:ext cx="2832235" cy="465628"/>
          </a:xfrm>
          <a:prstGeom prst="roundRect">
            <a:avLst>
              <a:gd name="adj" fmla="val 9860"/>
            </a:avLst>
          </a:prstGeom>
          <a:solidFill>
            <a:schemeClr val="bg1"/>
          </a:solidFill>
          <a:ln w="9525">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25" name="모서리가 둥근 직사각형 50"/>
          <p:cNvSpPr/>
          <p:nvPr/>
        </p:nvSpPr>
        <p:spPr>
          <a:xfrm>
            <a:off x="21102" y="4718986"/>
            <a:ext cx="1685480" cy="149428"/>
          </a:xfrm>
          <a:prstGeom prst="roundRect">
            <a:avLst>
              <a:gd name="adj" fmla="val 16667"/>
            </a:avLst>
          </a:prstGeom>
          <a:solidFill>
            <a:srgbClr val="004098"/>
          </a:solidFill>
          <a:ln>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ko-KR" altLang="en-US" sz="800">
                <a:solidFill>
                  <a:schemeClr val="bg1"/>
                </a:solidFill>
                <a:latin typeface="KoPub돋움체 Bold"/>
                <a:ea typeface="KoPub돋움체 Bold"/>
              </a:rPr>
              <a:t>활용 가능성 및 확장 방향</a:t>
            </a:r>
            <a:endParaRPr lang="en-US" altLang="ko-KR" sz="800" spc="-80">
              <a:solidFill>
                <a:schemeClr val="bg1"/>
              </a:solidFill>
              <a:latin typeface="KoPub돋움체 Bold"/>
              <a:ea typeface="KoPub돋움체 Bold"/>
            </a:endParaRPr>
          </a:p>
        </p:txBody>
      </p:sp>
      <p:sp>
        <p:nvSpPr>
          <p:cNvPr id="26" name="TextBox 25"/>
          <p:cNvSpPr txBox="1"/>
          <p:nvPr/>
        </p:nvSpPr>
        <p:spPr>
          <a:xfrm>
            <a:off x="0" y="4885131"/>
            <a:ext cx="2832235" cy="515544"/>
          </a:xfrm>
          <a:prstGeom prst="rect">
            <a:avLst/>
          </a:prstGeom>
        </p:spPr>
        <p:txBody>
          <a:bodyPr vert="horz" lIns="91440" tIns="45720" rIns="91440" bIns="45720" anchor="t">
            <a:noAutofit/>
          </a:bodyPr>
          <a:lstStyle>
            <a:defPPr>
              <a:defRPr lang="en-US"/>
            </a:defPPr>
            <a:lvl1pPr defTabSz="287945" latinLnBrk="1">
              <a:lnSpc>
                <a:spcPct val="90000"/>
              </a:lnSpc>
              <a:spcBef>
                <a:spcPct val="0"/>
              </a:spcBef>
              <a:buNone/>
              <a:defRPr sz="1200" spc="-60">
                <a:latin typeface="고려대학교B"/>
                <a:ea typeface="고려대학교B"/>
                <a:cs typeface="+mj-cs"/>
              </a:defRPr>
            </a:lvl1pPr>
          </a:lstStyle>
          <a:p>
            <a:pPr lvl="0">
              <a:defRPr/>
            </a:pPr>
            <a:r>
              <a:rPr lang="ko-KR" altLang="en-US" sz="600" spc="0">
                <a:latin typeface="KoPub돋움체 Medium"/>
                <a:ea typeface="KoPub돋움체 Medium"/>
              </a:rPr>
              <a:t>'흡연자의 몸 속 SF 도시' 콘셉트는 단기적으로 1인칭 VR 시뮬레이션 기반의 체감형 금연 교육 자료로 개발되어 학교 및 보건소에서 강력한 경각심을 유도할 수 있다. 장기적으로는 이 '몸 속 SF 도시의 위기' 세계관을 지적재산권(IP)으로 확장하여, 수면 부족, 도파민 중독 등 현대인의 건강 문제를 다루는 VR/AR 시리즈 콘텐츠로 확장시키는 것을 목표로 한다.</a:t>
            </a:r>
            <a:endParaRPr lang="ko-KR" altLang="en-US" sz="600" spc="0">
              <a:latin typeface="KoPub돋움체 Medium"/>
              <a:ea typeface="KoPub돋움체 Medium"/>
            </a:endParaRPr>
          </a:p>
        </p:txBody>
      </p:sp>
      <p:sp>
        <p:nvSpPr>
          <p:cNvPr id="27" name="TextBox 26"/>
          <p:cNvSpPr txBox="1"/>
          <p:nvPr/>
        </p:nvSpPr>
        <p:spPr>
          <a:xfrm>
            <a:off x="0" y="652447"/>
            <a:ext cx="2879725" cy="559953"/>
          </a:xfrm>
          <a:prstGeom prst="rect">
            <a:avLst/>
          </a:prstGeom>
        </p:spPr>
        <p:txBody>
          <a:bodyPr vert="horz" lIns="91440" tIns="45720" rIns="91440" bIns="45720" anchor="ctr">
            <a:noAutofit/>
          </a:bodyPr>
          <a:lstStyle>
            <a:defPPr>
              <a:defRPr lang="en-US"/>
            </a:defPPr>
            <a:lvl1pPr defTabSz="287945" latinLnBrk="1">
              <a:lnSpc>
                <a:spcPct val="90000"/>
              </a:lnSpc>
              <a:spcBef>
                <a:spcPct val="0"/>
              </a:spcBef>
              <a:buNone/>
              <a:defRPr sz="1200" spc="-60">
                <a:latin typeface="고려대학교B"/>
                <a:ea typeface="고려대학교B"/>
                <a:cs typeface="+mj-cs"/>
              </a:defRPr>
            </a:lvl1pPr>
          </a:lstStyle>
          <a:p>
            <a:pPr lvl="0">
              <a:defRPr/>
            </a:pPr>
            <a:r>
              <a:rPr lang="ko-KR" altLang="en-US" sz="800">
                <a:latin typeface="고려대학교M"/>
                <a:ea typeface="고려대학교M"/>
              </a:rPr>
              <a:t>과목명</a:t>
            </a:r>
            <a:r>
              <a:rPr lang="en-US" altLang="ko-KR" sz="800">
                <a:latin typeface="고려대학교M"/>
                <a:ea typeface="고려대학교M"/>
              </a:rPr>
              <a:t>: </a:t>
            </a:r>
            <a:r>
              <a:rPr lang="ko-KR" altLang="en-US" sz="800">
                <a:latin typeface="고려대학교M"/>
                <a:ea typeface="고려대학교M"/>
              </a:rPr>
              <a:t>생성 </a:t>
            </a:r>
            <a:r>
              <a:rPr lang="en-US" altLang="ko-KR" sz="800">
                <a:latin typeface="고려대학교M"/>
                <a:ea typeface="고려대학교M"/>
              </a:rPr>
              <a:t>AI </a:t>
            </a:r>
            <a:r>
              <a:rPr lang="ko-KR" altLang="en-US" sz="800">
                <a:latin typeface="고려대학교M"/>
                <a:ea typeface="고려대학교M"/>
              </a:rPr>
              <a:t>영상 콘텐츠 기획과 제작</a:t>
            </a:r>
            <a:endParaRPr lang="ko-KR" altLang="en-US" sz="800">
              <a:latin typeface="고려대학교M"/>
              <a:ea typeface="고려대학교M"/>
            </a:endParaRPr>
          </a:p>
          <a:p>
            <a:pPr lvl="0">
              <a:defRPr/>
            </a:pPr>
            <a:r>
              <a:rPr lang="ko-KR" altLang="en-US" sz="800">
                <a:latin typeface="고려대학교M"/>
                <a:ea typeface="고려대학교M"/>
              </a:rPr>
              <a:t>강다현</a:t>
            </a:r>
            <a:r>
              <a:rPr lang="en-US" altLang="ko-KR" sz="800">
                <a:latin typeface="고려대학교M"/>
                <a:ea typeface="고려대학교M"/>
              </a:rPr>
              <a:t>(</a:t>
            </a:r>
            <a:r>
              <a:rPr lang="ko-KR" altLang="en-US" sz="800">
                <a:latin typeface="고려대학교M"/>
                <a:ea typeface="고려대학교M"/>
              </a:rPr>
              <a:t>문학문화콘텐츠학과</a:t>
            </a:r>
            <a:r>
              <a:rPr lang="en-US" altLang="ko-KR" sz="800">
                <a:latin typeface="고려대학교M"/>
                <a:ea typeface="고려대학교M"/>
              </a:rPr>
              <a:t>),</a:t>
            </a:r>
            <a:r>
              <a:rPr lang="ko-KR" altLang="en-US" sz="800">
                <a:latin typeface="고려대학교M"/>
                <a:ea typeface="고려대학교M"/>
              </a:rPr>
              <a:t> 김재원</a:t>
            </a:r>
            <a:r>
              <a:rPr lang="en-US" altLang="ko-KR" sz="800">
                <a:latin typeface="고려대학교M"/>
                <a:ea typeface="고려대학교M"/>
              </a:rPr>
              <a:t>(</a:t>
            </a:r>
            <a:r>
              <a:rPr lang="ko-KR" altLang="en-US" sz="800">
                <a:latin typeface="고려대학교M"/>
                <a:ea typeface="고려대학교M"/>
              </a:rPr>
              <a:t>문학문화콘텐츠학과</a:t>
            </a:r>
            <a:r>
              <a:rPr lang="en-US" altLang="ko-KR" sz="800">
                <a:latin typeface="고려대학교M"/>
                <a:ea typeface="고려대학교M"/>
              </a:rPr>
              <a:t>), </a:t>
            </a:r>
            <a:r>
              <a:rPr lang="ko-KR" altLang="en-US" sz="800">
                <a:latin typeface="고려대학교M"/>
                <a:ea typeface="고려대학교M"/>
              </a:rPr>
              <a:t>목혜수</a:t>
            </a:r>
            <a:r>
              <a:rPr lang="en-US" altLang="ko-KR" sz="800">
                <a:latin typeface="고려대학교M"/>
                <a:ea typeface="고려대학교M"/>
              </a:rPr>
              <a:t>(</a:t>
            </a:r>
            <a:r>
              <a:rPr lang="ko-KR" altLang="en-US" sz="800">
                <a:latin typeface="고려대학교M"/>
                <a:ea typeface="고려대학교M"/>
              </a:rPr>
              <a:t>문학문화콘텐츠학과</a:t>
            </a:r>
            <a:r>
              <a:rPr lang="en-US" altLang="ko-KR" sz="800">
                <a:latin typeface="고려대학교M"/>
                <a:ea typeface="고려대학교M"/>
              </a:rPr>
              <a:t>),</a:t>
            </a:r>
            <a:r>
              <a:rPr lang="ko-KR" altLang="en-US" sz="800">
                <a:latin typeface="고려대학교M"/>
                <a:ea typeface="고려대학교M"/>
              </a:rPr>
              <a:t> 전가현</a:t>
            </a:r>
            <a:r>
              <a:rPr lang="en-US" altLang="ko-KR" sz="800">
                <a:latin typeface="고려대학교M"/>
                <a:ea typeface="고려대학교M"/>
              </a:rPr>
              <a:t>(</a:t>
            </a:r>
            <a:r>
              <a:rPr lang="ko-KR" altLang="en-US" sz="800">
                <a:latin typeface="고려대학교M"/>
                <a:ea typeface="고려대학교M"/>
              </a:rPr>
              <a:t>문학문화콘텐츠학과</a:t>
            </a:r>
            <a:r>
              <a:rPr lang="en-US" altLang="ko-KR" sz="800">
                <a:latin typeface="고려대학교M"/>
                <a:ea typeface="고려대학교M"/>
              </a:rPr>
              <a:t>),</a:t>
            </a:r>
            <a:r>
              <a:rPr lang="ko-KR" altLang="en-US" sz="800">
                <a:latin typeface="고려대학교M"/>
                <a:ea typeface="고려대학교M"/>
              </a:rPr>
              <a:t> 정은서</a:t>
            </a:r>
            <a:r>
              <a:rPr lang="en-US" altLang="ko-KR" sz="800">
                <a:latin typeface="고려대학교M"/>
                <a:ea typeface="고려대학교M"/>
              </a:rPr>
              <a:t>(</a:t>
            </a:r>
            <a:r>
              <a:rPr lang="ko-KR" altLang="en-US" sz="800">
                <a:latin typeface="고려대학교M"/>
                <a:ea typeface="고려대학교M"/>
              </a:rPr>
              <a:t>문학문화콘텐츠학과</a:t>
            </a:r>
            <a:r>
              <a:rPr lang="en-US" altLang="ko-KR" sz="800">
                <a:latin typeface="고려대학교M"/>
                <a:ea typeface="고려대학교M"/>
              </a:rPr>
              <a:t>),</a:t>
            </a:r>
            <a:r>
              <a:rPr lang="ko-KR" altLang="en-US" sz="800">
                <a:latin typeface="고려대학교M"/>
                <a:ea typeface="고려대학교M"/>
              </a:rPr>
              <a:t> 최하경</a:t>
            </a:r>
            <a:r>
              <a:rPr lang="en-US" altLang="ko-KR" sz="800">
                <a:latin typeface="고려대학교M"/>
                <a:ea typeface="고려대학교M"/>
              </a:rPr>
              <a:t>(</a:t>
            </a:r>
            <a:r>
              <a:rPr lang="ko-KR" altLang="en-US" sz="800">
                <a:latin typeface="고려대학교M"/>
                <a:ea typeface="고려대학교M"/>
              </a:rPr>
              <a:t>문학문화콘텐츠학과</a:t>
            </a:r>
            <a:r>
              <a:rPr lang="en-US" altLang="ko-KR" sz="800">
                <a:latin typeface="고려대학교M"/>
                <a:ea typeface="고려대학교M"/>
              </a:rPr>
              <a:t>)</a:t>
            </a:r>
            <a:endParaRPr lang="en-US" altLang="ko-KR" sz="800">
              <a:latin typeface="고려대학교M"/>
              <a:ea typeface="고려대학교M"/>
            </a:endParaRPr>
          </a:p>
          <a:p>
            <a:pPr lvl="0">
              <a:defRPr/>
            </a:pPr>
            <a:r>
              <a:rPr lang="ko-KR" altLang="en-US" sz="800">
                <a:latin typeface="고려대학교M"/>
                <a:ea typeface="고려대학교M"/>
              </a:rPr>
              <a:t>지도교수</a:t>
            </a:r>
            <a:r>
              <a:rPr lang="en-US" altLang="ko-KR" sz="800">
                <a:latin typeface="고려대학교M"/>
                <a:ea typeface="고려대학교M"/>
              </a:rPr>
              <a:t>: </a:t>
            </a:r>
            <a:r>
              <a:rPr lang="ko-KR" altLang="en-US" sz="800">
                <a:latin typeface="고려대학교M"/>
                <a:ea typeface="고려대학교M"/>
              </a:rPr>
              <a:t>이현주 교수</a:t>
            </a:r>
            <a:endParaRPr lang="ko-KR" altLang="en-US" sz="800">
              <a:latin typeface="고려대학교M"/>
              <a:ea typeface="고려대학교M"/>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테마">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테마">
      <a:majorFont>
        <a:latin typeface="Aptos Display" panose="0211000402020202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a:ln>
        <a:ln w="19050" cap="flat" cmpd="sng" algn="ctr">
          <a:solidFill>
            <a:schemeClr val="phClr"/>
          </a:solidFill>
          <a:prstDash val="solid"/>
          <a:miter/>
        </a:ln>
        <a:ln w="2540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325</ep:Words>
  <ep:PresentationFormat>사용자 지정</ep:PresentationFormat>
  <ep:Paragraphs>19</ep:Paragraphs>
  <ep:Slides>1</ep:Slides>
  <ep:Notes>0</ep:Notes>
  <ep:TotalTime>0</ep:TotalTime>
  <ep:HiddenSlides>0</ep:HiddenSlides>
  <ep:MMClips>0</ep:MMClips>
  <ep:HeadingPairs>
    <vt:vector size="4" baseType="variant">
      <vt:variant>
        <vt:lpstr>테마</vt:lpstr>
      </vt:variant>
      <vt:variant>
        <vt:i4>1</vt:i4>
      </vt:variant>
      <vt:variant>
        <vt:lpstr>슬라이드 제목</vt:lpstr>
      </vt:variant>
      <vt:variant>
        <vt:i4>1</vt:i4>
      </vt:variant>
    </vt:vector>
  </ep:HeadingPairs>
  <ep:TitlesOfParts>
    <vt:vector size="2" baseType="lpstr">
      <vt:lpstr>Office 테마</vt:lpstr>
      <vt:lpstr>슬라이드 1</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2024-04-17T15:40:47.000</dcterms:created>
  <dc:creator>미심 정</dc:creator>
  <cp:lastModifiedBy>hakye</cp:lastModifiedBy>
  <dcterms:modified xsi:type="dcterms:W3CDTF">2025-11-15T15:49:08.942</dcterms:modified>
  <cp:revision>14</cp:revision>
  <dc:title>PowerPoint 프레젠테이션</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